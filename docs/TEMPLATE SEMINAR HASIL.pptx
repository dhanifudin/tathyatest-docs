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</p:sldMasterIdLst>
  <p:sldIdLst>
    <p:sldId id="260" r:id="rId2"/>
    <p:sldId id="261" r:id="rId3"/>
    <p:sldId id="265" r:id="rId4"/>
    <p:sldId id="266" r:id="rId5"/>
    <p:sldId id="262" r:id="rId6"/>
    <p:sldId id="264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75" autoAdjust="0"/>
    <p:restoredTop sz="94660"/>
  </p:normalViewPr>
  <p:slideViewPr>
    <p:cSldViewPr snapToGrid="0">
      <p:cViewPr varScale="1">
        <p:scale>
          <a:sx n="64" d="100"/>
          <a:sy n="64" d="100"/>
        </p:scale>
        <p:origin x="60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66B5C-CAB8-4C0B-8C6C-C41503836476}" type="datetimeFigureOut">
              <a:rPr lang="en-ID" smtClean="0"/>
              <a:t>19/10/2020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72586-59CD-49B3-8027-B997463A367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76435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66B5C-CAB8-4C0B-8C6C-C41503836476}" type="datetimeFigureOut">
              <a:rPr lang="en-ID" smtClean="0"/>
              <a:t>19/10/2020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72586-59CD-49B3-8027-B997463A367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93320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66B5C-CAB8-4C0B-8C6C-C41503836476}" type="datetimeFigureOut">
              <a:rPr lang="en-ID" smtClean="0"/>
              <a:t>19/10/2020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72586-59CD-49B3-8027-B997463A367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57680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66B5C-CAB8-4C0B-8C6C-C41503836476}" type="datetimeFigureOut">
              <a:rPr lang="en-ID" smtClean="0"/>
              <a:t>19/10/2020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72586-59CD-49B3-8027-B997463A367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84942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66B5C-CAB8-4C0B-8C6C-C41503836476}" type="datetimeFigureOut">
              <a:rPr lang="en-ID" smtClean="0"/>
              <a:t>19/10/2020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72586-59CD-49B3-8027-B997463A367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74121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66B5C-CAB8-4C0B-8C6C-C41503836476}" type="datetimeFigureOut">
              <a:rPr lang="en-ID" smtClean="0"/>
              <a:t>19/10/2020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72586-59CD-49B3-8027-B997463A367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87958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66B5C-CAB8-4C0B-8C6C-C41503836476}" type="datetimeFigureOut">
              <a:rPr lang="en-ID" smtClean="0"/>
              <a:t>19/10/2020</a:t>
            </a:fld>
            <a:endParaRPr lang="en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72586-59CD-49B3-8027-B997463A367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83785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66B5C-CAB8-4C0B-8C6C-C41503836476}" type="datetimeFigureOut">
              <a:rPr lang="en-ID" smtClean="0"/>
              <a:t>19/10/2020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72586-59CD-49B3-8027-B997463A367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7411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72586-59CD-49B3-8027-B997463A3670}" type="slidenum">
              <a:rPr lang="en-ID" smtClean="0"/>
              <a:t>‹#›</a:t>
            </a:fld>
            <a:endParaRPr lang="en-ID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66B5C-CAB8-4C0B-8C6C-C41503836476}" type="datetimeFigureOut">
              <a:rPr lang="en-ID" smtClean="0"/>
              <a:t>19/10/2020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75396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66B5C-CAB8-4C0B-8C6C-C41503836476}" type="datetimeFigureOut">
              <a:rPr lang="en-ID" smtClean="0"/>
              <a:t>19/10/2020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72586-59CD-49B3-8027-B997463A367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61942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66B5C-CAB8-4C0B-8C6C-C41503836476}" type="datetimeFigureOut">
              <a:rPr lang="en-ID" smtClean="0"/>
              <a:t>19/10/2020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72586-59CD-49B3-8027-B997463A3670}" type="slidenum">
              <a:rPr lang="en-ID" smtClean="0"/>
              <a:t>‹#›</a:t>
            </a:fld>
            <a:endParaRPr lang="en-ID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251201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66B5C-CAB8-4C0B-8C6C-C41503836476}" type="datetimeFigureOut">
              <a:rPr lang="en-ID" smtClean="0"/>
              <a:t>19/10/2020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72586-59CD-49B3-8027-B997463A367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104364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66B5C-CAB8-4C0B-8C6C-C41503836476}" type="datetimeFigureOut">
              <a:rPr lang="en-ID" smtClean="0"/>
              <a:t>19/10/2020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72586-59CD-49B3-8027-B997463A3670}" type="slidenum">
              <a:rPr lang="en-ID" smtClean="0"/>
              <a:t>‹#›</a:t>
            </a:fld>
            <a:endParaRPr lang="en-ID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721833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66B5C-CAB8-4C0B-8C6C-C41503836476}" type="datetimeFigureOut">
              <a:rPr lang="en-ID" smtClean="0"/>
              <a:t>19/10/2020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72586-59CD-49B3-8027-B997463A367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899599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66B5C-CAB8-4C0B-8C6C-C41503836476}" type="datetimeFigureOut">
              <a:rPr lang="en-ID" smtClean="0"/>
              <a:t>19/10/2020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72586-59CD-49B3-8027-B997463A367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765452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66B5C-CAB8-4C0B-8C6C-C41503836476}" type="datetimeFigureOut">
              <a:rPr lang="en-ID" smtClean="0"/>
              <a:t>19/10/2020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72586-59CD-49B3-8027-B997463A367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07364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666B5C-CAB8-4C0B-8C6C-C41503836476}" type="datetimeFigureOut">
              <a:rPr lang="en-ID" smtClean="0"/>
              <a:t>19/10/2020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BA72586-59CD-49B3-8027-B997463A367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32649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  <p:sldLayoutId id="214748373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ACAA25E-503F-4CC0-8EA5-AA9813915452}"/>
              </a:ext>
            </a:extLst>
          </p:cNvPr>
          <p:cNvSpPr/>
          <p:nvPr/>
        </p:nvSpPr>
        <p:spPr>
          <a:xfrm>
            <a:off x="7119732" y="0"/>
            <a:ext cx="5072268" cy="84482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D" dirty="0"/>
              <a:t>SKEMA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647005-0A1F-4575-B17D-6782FEF32828}"/>
              </a:ext>
            </a:extLst>
          </p:cNvPr>
          <p:cNvSpPr/>
          <p:nvPr/>
        </p:nvSpPr>
        <p:spPr>
          <a:xfrm>
            <a:off x="2156791" y="1769165"/>
            <a:ext cx="7494105" cy="105354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D" sz="2400" dirty="0"/>
              <a:t>JUDUL PENELITIAN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5FB77E-082B-4722-9D86-55DB173AA8DB}"/>
              </a:ext>
            </a:extLst>
          </p:cNvPr>
          <p:cNvSpPr/>
          <p:nvPr/>
        </p:nvSpPr>
        <p:spPr>
          <a:xfrm>
            <a:off x="3558209" y="3428999"/>
            <a:ext cx="3558209" cy="2057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D" dirty="0"/>
              <a:t>TIM PENELITI</a:t>
            </a:r>
          </a:p>
          <a:p>
            <a:pPr algn="ctr"/>
            <a:r>
              <a:rPr lang="en-ID" dirty="0"/>
              <a:t>KETUA: …………………………</a:t>
            </a:r>
          </a:p>
          <a:p>
            <a:pPr algn="ctr"/>
            <a:r>
              <a:rPr lang="en-ID" dirty="0"/>
              <a:t>ANGGOTA: </a:t>
            </a:r>
          </a:p>
          <a:p>
            <a:pPr algn="ctr"/>
            <a:r>
              <a:rPr lang="en-ID" dirty="0"/>
              <a:t>1………………………….</a:t>
            </a:r>
          </a:p>
          <a:p>
            <a:pPr algn="ctr"/>
            <a:r>
              <a:rPr lang="en-ID" dirty="0"/>
              <a:t>2…………………………….</a:t>
            </a:r>
          </a:p>
          <a:p>
            <a:pPr algn="ctr"/>
            <a:r>
              <a:rPr lang="en-ID" dirty="0"/>
              <a:t>3…………………………..</a:t>
            </a:r>
          </a:p>
        </p:txBody>
      </p:sp>
      <p:pic>
        <p:nvPicPr>
          <p:cNvPr id="1026" name="Picture 2" descr="Politeknik Negeri Malang (POLINEMA) - Aku Pintar">
            <a:extLst>
              <a:ext uri="{FF2B5EF4-FFF2-40B4-BE49-F238E27FC236}">
                <a16:creationId xmlns:a16="http://schemas.microsoft.com/office/drawing/2014/main" id="{375DC107-874B-4433-A4B8-E2D40D61B5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523" y="0"/>
            <a:ext cx="1152764" cy="1157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9C8C531-B71D-45B9-89F9-7900902C566B}"/>
              </a:ext>
            </a:extLst>
          </p:cNvPr>
          <p:cNvSpPr txBox="1"/>
          <p:nvPr/>
        </p:nvSpPr>
        <p:spPr>
          <a:xfrm>
            <a:off x="11767930" y="6410742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629058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8484BF7-91D0-4F91-92E7-D608881BA7C0}"/>
              </a:ext>
            </a:extLst>
          </p:cNvPr>
          <p:cNvSpPr/>
          <p:nvPr/>
        </p:nvSpPr>
        <p:spPr>
          <a:xfrm>
            <a:off x="964096" y="159026"/>
            <a:ext cx="5685182" cy="5864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2800" b="1" dirty="0"/>
              <a:t>RUMUSAN MASALAH &amp; TUJUAN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7EB9FE-BB12-4909-A2BC-86A9A8D578B7}"/>
              </a:ext>
            </a:extLst>
          </p:cNvPr>
          <p:cNvSpPr txBox="1"/>
          <p:nvPr/>
        </p:nvSpPr>
        <p:spPr>
          <a:xfrm>
            <a:off x="11767930" y="6410742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19580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8484BF7-91D0-4F91-92E7-D608881BA7C0}"/>
              </a:ext>
            </a:extLst>
          </p:cNvPr>
          <p:cNvSpPr/>
          <p:nvPr/>
        </p:nvSpPr>
        <p:spPr>
          <a:xfrm>
            <a:off x="964096" y="159026"/>
            <a:ext cx="4403036" cy="5864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2800" b="1" dirty="0"/>
              <a:t>METODE PENELITIAN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FDC72A-A443-44EC-9898-5A4C508DC85A}"/>
              </a:ext>
            </a:extLst>
          </p:cNvPr>
          <p:cNvSpPr txBox="1"/>
          <p:nvPr/>
        </p:nvSpPr>
        <p:spPr>
          <a:xfrm>
            <a:off x="11767930" y="6410742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164835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8484BF7-91D0-4F91-92E7-D608881BA7C0}"/>
              </a:ext>
            </a:extLst>
          </p:cNvPr>
          <p:cNvSpPr/>
          <p:nvPr/>
        </p:nvSpPr>
        <p:spPr>
          <a:xfrm>
            <a:off x="964096" y="159026"/>
            <a:ext cx="4403036" cy="5864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2800" b="1" dirty="0"/>
              <a:t>HASIL PENELITAN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2EF346-F3DB-436B-8BB9-D2E0EE061F51}"/>
              </a:ext>
            </a:extLst>
          </p:cNvPr>
          <p:cNvSpPr txBox="1"/>
          <p:nvPr/>
        </p:nvSpPr>
        <p:spPr>
          <a:xfrm>
            <a:off x="11767930" y="6410742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777866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9FEED3D-6D25-4A4C-964A-FB10314FB604}"/>
              </a:ext>
            </a:extLst>
          </p:cNvPr>
          <p:cNvSpPr/>
          <p:nvPr/>
        </p:nvSpPr>
        <p:spPr>
          <a:xfrm>
            <a:off x="904461" y="178904"/>
            <a:ext cx="3299791" cy="5864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2800" b="1" dirty="0"/>
              <a:t>LUARAN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CF0309-F05F-4525-A7B7-7D3141F960B2}"/>
              </a:ext>
            </a:extLst>
          </p:cNvPr>
          <p:cNvSpPr txBox="1"/>
          <p:nvPr/>
        </p:nvSpPr>
        <p:spPr>
          <a:xfrm>
            <a:off x="904461" y="1182757"/>
            <a:ext cx="2182649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dirty="0"/>
              <a:t>LUARAN WAJIB</a:t>
            </a:r>
          </a:p>
          <a:p>
            <a:r>
              <a:rPr lang="en-ID" dirty="0"/>
              <a:t>1.</a:t>
            </a:r>
          </a:p>
          <a:p>
            <a:r>
              <a:rPr lang="en-ID" dirty="0"/>
              <a:t>2.</a:t>
            </a:r>
          </a:p>
          <a:p>
            <a:endParaRPr lang="en-ID" dirty="0"/>
          </a:p>
          <a:p>
            <a:endParaRPr lang="en-ID" dirty="0"/>
          </a:p>
          <a:p>
            <a:endParaRPr lang="en-ID" dirty="0"/>
          </a:p>
          <a:p>
            <a:endParaRPr lang="en-ID" dirty="0"/>
          </a:p>
          <a:p>
            <a:endParaRPr lang="en-ID" dirty="0"/>
          </a:p>
          <a:p>
            <a:r>
              <a:rPr lang="en-ID" dirty="0"/>
              <a:t>LUARAN TAMBAHAN</a:t>
            </a:r>
          </a:p>
          <a:p>
            <a:r>
              <a:rPr lang="en-ID" dirty="0"/>
              <a:t>1.</a:t>
            </a:r>
          </a:p>
          <a:p>
            <a:r>
              <a:rPr lang="en-ID" dirty="0"/>
              <a:t>2.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281436-5D2F-41E7-A9E0-CDE1BB131420}"/>
              </a:ext>
            </a:extLst>
          </p:cNvPr>
          <p:cNvSpPr txBox="1"/>
          <p:nvPr/>
        </p:nvSpPr>
        <p:spPr>
          <a:xfrm>
            <a:off x="11767930" y="6410742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40996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0C3E3D-019E-45BC-B66E-262BAAA16BBF}"/>
              </a:ext>
            </a:extLst>
          </p:cNvPr>
          <p:cNvSpPr txBox="1"/>
          <p:nvPr/>
        </p:nvSpPr>
        <p:spPr>
          <a:xfrm>
            <a:off x="2633870" y="1500809"/>
            <a:ext cx="318709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4000" dirty="0"/>
              <a:t>TERIMAKASIH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69F7C0-4C76-401F-B22A-B5F48F7EA8D9}"/>
              </a:ext>
            </a:extLst>
          </p:cNvPr>
          <p:cNvSpPr txBox="1"/>
          <p:nvPr/>
        </p:nvSpPr>
        <p:spPr>
          <a:xfrm>
            <a:off x="11767930" y="6410742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02157513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23</TotalTime>
  <Words>44</Words>
  <Application>Microsoft Office PowerPoint</Application>
  <PresentationFormat>Widescreen</PresentationFormat>
  <Paragraphs>30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NASHI</dc:creator>
  <cp:lastModifiedBy>NASHI</cp:lastModifiedBy>
  <cp:revision>4</cp:revision>
  <dcterms:created xsi:type="dcterms:W3CDTF">2020-10-19T07:33:32Z</dcterms:created>
  <dcterms:modified xsi:type="dcterms:W3CDTF">2020-10-19T07:56:46Z</dcterms:modified>
</cp:coreProperties>
</file>